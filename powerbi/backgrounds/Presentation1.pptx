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A7D8"/>
    <a:srgbClr val="0E1A77"/>
    <a:srgbClr val="E7E6E6"/>
    <a:srgbClr val="EAEAEA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11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82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6DB9E-BE6D-4245-ACDF-7CCB7B40890D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83942-C7F4-4EA4-9A8B-6359B9310C9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4271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Executive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83942-C7F4-4EA4-9A8B-6359B9310C95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4378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Customer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83942-C7F4-4EA4-9A8B-6359B9310C95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27127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29E4E-2907-5707-0284-25DC405A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9A7A4-82B4-E2AB-3C3E-9DF867A16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12EDE-CC3A-302B-7ED3-8AAEB9CEE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Merchant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38DB6-94A3-D45E-7E81-7E18B446F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83942-C7F4-4EA4-9A8B-6359B9310C95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1905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5FCE-F724-620B-CC57-1CAE98381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0E020B-078D-FB6A-7F36-99D88BE44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3D31A-9008-70A9-6C7B-A56216FBB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Customer Health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724B9-11AC-BA27-0E38-F6CE966A4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83942-C7F4-4EA4-9A8B-6359B9310C95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52018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F7724-EF77-8C0F-87E4-372319DE5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875F2-3807-4D01-5A8B-32E1AC135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AC63B-949F-0F66-3ACF-25629B7C5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Customer Health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04D62-7961-D581-37E2-9BBD9C2F6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83942-C7F4-4EA4-9A8B-6359B9310C95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8745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A2D9-5362-AA4A-2C26-4AC500881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B8D39-2B75-D2D7-A185-669A904B3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5E9B2-5A10-F5DC-2ADC-864DD4AC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D9407-4860-0D6A-451E-137F7D8F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41538-B14F-3E48-8E8F-F7625DCA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596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7CF88-DA17-74A7-C5ED-FA3E3734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308E4-55D8-0D4A-B2F5-C14FE7A38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B2578-FEF6-2270-8CF5-8BC93F42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910A-A2A6-4CDB-6010-93B2EB99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E09A-B97F-8EA9-FD6A-889AB075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147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B183-CEEC-E7DD-E7CD-3AF2CCC1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52050-AE60-4815-4428-7B9E542B0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A4CFA-700C-0069-854E-BF00AABC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97E9-E725-2BBE-070F-2C92EB3F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E2AC-5A70-2125-4077-0ECEE2CC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1303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AF17-6A43-66C7-69DB-C5612544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4A7BC-DADC-F7EF-C8A8-FE92B3782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58528-71AA-6318-020B-A8AA25493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E1C31-009D-8F40-A482-3C935E41A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CCB27-8B7D-6790-B61C-32751470D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D1CF7-0290-9FF2-8A16-AD3571A2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931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D7D3-FF80-8BEA-C9D8-8F5176D6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E088D-E9CF-9119-939C-B86D7F461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B695B-2CAD-283E-2104-F49D40FE5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24E5BF-61F2-E5E8-B8A0-142E50685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86B14-9457-E1A4-CF62-7527159F3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06FA53-5AEC-A0F7-D6D9-867B6C65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4EC9F8-D219-1402-5844-E92B3AE74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E2BFD-1F08-EF32-A905-1A8D8A3D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814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944D-E62A-9A40-5EE4-A2F27A49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37A9F-615B-1B09-D143-CE4DBF832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5C6F9-E35B-F35B-CECC-9CC8EE64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0D765-1A25-626B-3AF9-41AEBD91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772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F01A7-DD26-B391-A8A2-CFB86E7C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B49D54-D041-AB7A-0AAF-BB37EB5D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2E0B0-889F-73AF-4B6A-7956F7CC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7566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BD404-6C12-15E5-46D0-0A57309D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E0A4A-E425-62DA-085E-95E64B7E4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F1E85-59E8-576F-CD56-55A15166A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4504E-E795-A082-E6C9-68FB8BFE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7344F-76EB-2F87-FE7F-4E51F4FE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C5369-0F84-9DB9-4F99-0B355157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8807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C526-4999-28C1-DEFC-95CF032C1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1EFCC-060B-C8BB-4BA6-B3F9CCAF9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DD800-2628-F6D5-0CF9-8C995F0BA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A3B21-B326-42BD-DAFD-51B7657B7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10CF4-D017-AAF3-8E03-C487B6971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35395-26A4-9438-C41C-9617F6A0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3051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92E8-ED24-7D33-FD51-C7E110B7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69CAB-BA12-D256-3B6B-736C98797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74C0E-5C1F-0D60-A920-FBEC94FF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D1093-85B7-CD5D-88B4-4DA9CA08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03226-E203-F668-94D6-4B49BB17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267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FD281B-A922-8485-EA93-ABCEEB9CC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2D6E8-2D97-E864-EECA-212AB2328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E7392-0E3D-163C-918A-661654C86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ECF61-ECAB-AB74-A772-79E73460A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28AB1-0675-F0C7-CC0D-AAC4A2EE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621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F991A-371C-77FE-07E2-C52F0BBA7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9D05E-4AAF-FF23-4457-13F5EF603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8D3B2-C9BE-D5B7-DDE1-323AD1C8E1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32F68-5057-4F43-9B77-28385F57AE30}" type="datetimeFigureOut">
              <a:rPr lang="pl-PL" smtClean="0"/>
              <a:t>4.10.2026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FA736-1FCB-16EF-6EBB-9EEA42586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A011F-F620-2F02-D311-CA9339BCE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3233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7D8">
            <a:alpha val="1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9">
            <a:extLst>
              <a:ext uri="{FF2B5EF4-FFF2-40B4-BE49-F238E27FC236}">
                <a16:creationId xmlns:a16="http://schemas.microsoft.com/office/drawing/2014/main" id="{E8E892B8-2148-DB12-F34E-B772C51622B9}"/>
              </a:ext>
            </a:extLst>
          </p:cNvPr>
          <p:cNvSpPr/>
          <p:nvPr/>
        </p:nvSpPr>
        <p:spPr>
          <a:xfrm flipV="1">
            <a:off x="6931694" y="1440179"/>
            <a:ext cx="5003316" cy="4765125"/>
          </a:xfrm>
          <a:custGeom>
            <a:avLst/>
            <a:gdLst>
              <a:gd name="connsiteX0" fmla="*/ 0 w 6513534"/>
              <a:gd name="connsiteY0" fmla="*/ 736963 h 4421690"/>
              <a:gd name="connsiteX1" fmla="*/ 736963 w 6513534"/>
              <a:gd name="connsiteY1" fmla="*/ 0 h 4421690"/>
              <a:gd name="connsiteX2" fmla="*/ 5776571 w 6513534"/>
              <a:gd name="connsiteY2" fmla="*/ 0 h 4421690"/>
              <a:gd name="connsiteX3" fmla="*/ 6513534 w 6513534"/>
              <a:gd name="connsiteY3" fmla="*/ 736963 h 4421690"/>
              <a:gd name="connsiteX4" fmla="*/ 6513534 w 6513534"/>
              <a:gd name="connsiteY4" fmla="*/ 3684727 h 4421690"/>
              <a:gd name="connsiteX5" fmla="*/ 5776571 w 6513534"/>
              <a:gd name="connsiteY5" fmla="*/ 4421690 h 4421690"/>
              <a:gd name="connsiteX6" fmla="*/ 736963 w 6513534"/>
              <a:gd name="connsiteY6" fmla="*/ 4421690 h 4421690"/>
              <a:gd name="connsiteX7" fmla="*/ 0 w 6513534"/>
              <a:gd name="connsiteY7" fmla="*/ 3684727 h 4421690"/>
              <a:gd name="connsiteX8" fmla="*/ 0 w 6513534"/>
              <a:gd name="connsiteY8" fmla="*/ 736963 h 4421690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577657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07271 w 6513534"/>
              <a:gd name="connsiteY3" fmla="*/ 473917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26060"/>
              <a:gd name="connsiteY0" fmla="*/ 467654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67654 h 4434216"/>
              <a:gd name="connsiteX0" fmla="*/ 0 w 6526060"/>
              <a:gd name="connsiteY0" fmla="*/ 436338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36338 h 4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6060" h="4434216">
                <a:moveTo>
                  <a:pt x="0" y="436338"/>
                </a:moveTo>
                <a:cubicBezTo>
                  <a:pt x="0" y="29325"/>
                  <a:pt x="342476" y="0"/>
                  <a:pt x="749489" y="0"/>
                </a:cubicBezTo>
                <a:lnTo>
                  <a:pt x="5789097" y="0"/>
                </a:lnTo>
                <a:cubicBezTo>
                  <a:pt x="6196110" y="0"/>
                  <a:pt x="6519797" y="66904"/>
                  <a:pt x="6519797" y="473917"/>
                </a:cubicBezTo>
                <a:cubicBezTo>
                  <a:pt x="6521885" y="1544187"/>
                  <a:pt x="6523972" y="2614457"/>
                  <a:pt x="6526060" y="3684727"/>
                </a:cubicBezTo>
                <a:cubicBezTo>
                  <a:pt x="6526060" y="4091740"/>
                  <a:pt x="6528050" y="4421690"/>
                  <a:pt x="6121037" y="4421690"/>
                </a:cubicBezTo>
                <a:lnTo>
                  <a:pt x="511494" y="4434216"/>
                </a:lnTo>
                <a:cubicBezTo>
                  <a:pt x="104481" y="4434216"/>
                  <a:pt x="12526" y="4091740"/>
                  <a:pt x="12526" y="3684727"/>
                </a:cubicBezTo>
                <a:cubicBezTo>
                  <a:pt x="8351" y="2612369"/>
                  <a:pt x="4175" y="1508696"/>
                  <a:pt x="0" y="4363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Rectangle: Rounded Corners 9">
            <a:extLst>
              <a:ext uri="{FF2B5EF4-FFF2-40B4-BE49-F238E27FC236}">
                <a16:creationId xmlns:a16="http://schemas.microsoft.com/office/drawing/2014/main" id="{2CAD6921-A721-C1E9-8057-31646D78EF13}"/>
              </a:ext>
            </a:extLst>
          </p:cNvPr>
          <p:cNvSpPr/>
          <p:nvPr/>
        </p:nvSpPr>
        <p:spPr>
          <a:xfrm flipV="1">
            <a:off x="126124" y="1440180"/>
            <a:ext cx="6548580" cy="4765124"/>
          </a:xfrm>
          <a:custGeom>
            <a:avLst/>
            <a:gdLst>
              <a:gd name="connsiteX0" fmla="*/ 0 w 6513534"/>
              <a:gd name="connsiteY0" fmla="*/ 736963 h 4421690"/>
              <a:gd name="connsiteX1" fmla="*/ 736963 w 6513534"/>
              <a:gd name="connsiteY1" fmla="*/ 0 h 4421690"/>
              <a:gd name="connsiteX2" fmla="*/ 5776571 w 6513534"/>
              <a:gd name="connsiteY2" fmla="*/ 0 h 4421690"/>
              <a:gd name="connsiteX3" fmla="*/ 6513534 w 6513534"/>
              <a:gd name="connsiteY3" fmla="*/ 736963 h 4421690"/>
              <a:gd name="connsiteX4" fmla="*/ 6513534 w 6513534"/>
              <a:gd name="connsiteY4" fmla="*/ 3684727 h 4421690"/>
              <a:gd name="connsiteX5" fmla="*/ 5776571 w 6513534"/>
              <a:gd name="connsiteY5" fmla="*/ 4421690 h 4421690"/>
              <a:gd name="connsiteX6" fmla="*/ 736963 w 6513534"/>
              <a:gd name="connsiteY6" fmla="*/ 4421690 h 4421690"/>
              <a:gd name="connsiteX7" fmla="*/ 0 w 6513534"/>
              <a:gd name="connsiteY7" fmla="*/ 3684727 h 4421690"/>
              <a:gd name="connsiteX8" fmla="*/ 0 w 6513534"/>
              <a:gd name="connsiteY8" fmla="*/ 736963 h 4421690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577657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07271 w 6513534"/>
              <a:gd name="connsiteY3" fmla="*/ 473917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26060"/>
              <a:gd name="connsiteY0" fmla="*/ 467654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67654 h 4434216"/>
              <a:gd name="connsiteX0" fmla="*/ 0 w 6526060"/>
              <a:gd name="connsiteY0" fmla="*/ 436338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36338 h 4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6060" h="4434216">
                <a:moveTo>
                  <a:pt x="0" y="436338"/>
                </a:moveTo>
                <a:cubicBezTo>
                  <a:pt x="0" y="29325"/>
                  <a:pt x="342476" y="0"/>
                  <a:pt x="749489" y="0"/>
                </a:cubicBezTo>
                <a:lnTo>
                  <a:pt x="5789097" y="0"/>
                </a:lnTo>
                <a:cubicBezTo>
                  <a:pt x="6196110" y="0"/>
                  <a:pt x="6519797" y="66904"/>
                  <a:pt x="6519797" y="473917"/>
                </a:cubicBezTo>
                <a:cubicBezTo>
                  <a:pt x="6521885" y="1544187"/>
                  <a:pt x="6523972" y="2614457"/>
                  <a:pt x="6526060" y="3684727"/>
                </a:cubicBezTo>
                <a:cubicBezTo>
                  <a:pt x="6526060" y="4091740"/>
                  <a:pt x="6528050" y="4421690"/>
                  <a:pt x="6121037" y="4421690"/>
                </a:cubicBezTo>
                <a:lnTo>
                  <a:pt x="511494" y="4434216"/>
                </a:lnTo>
                <a:cubicBezTo>
                  <a:pt x="104481" y="4434216"/>
                  <a:pt x="12526" y="4091740"/>
                  <a:pt x="12526" y="3684727"/>
                </a:cubicBezTo>
                <a:cubicBezTo>
                  <a:pt x="8351" y="2612369"/>
                  <a:pt x="4175" y="1508696"/>
                  <a:pt x="0" y="4363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70F699-1016-7509-B0CD-7FFA50749E8B}"/>
              </a:ext>
            </a:extLst>
          </p:cNvPr>
          <p:cNvSpPr/>
          <p:nvPr/>
        </p:nvSpPr>
        <p:spPr>
          <a:xfrm flipV="1">
            <a:off x="750438" y="510273"/>
            <a:ext cx="11323649" cy="79458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20CD8E-3F65-9C9D-73CC-21BE1B4FDFB6}"/>
              </a:ext>
            </a:extLst>
          </p:cNvPr>
          <p:cNvCxnSpPr>
            <a:cxnSpLocks/>
          </p:cNvCxnSpPr>
          <p:nvPr/>
        </p:nvCxnSpPr>
        <p:spPr>
          <a:xfrm>
            <a:off x="1628566" y="1935271"/>
            <a:ext cx="0" cy="3751545"/>
          </a:xfrm>
          <a:prstGeom prst="line">
            <a:avLst/>
          </a:prstGeom>
          <a:ln w="19050">
            <a:gradFill>
              <a:gsLst>
                <a:gs pos="0">
                  <a:srgbClr val="00206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EE7D8F9-6545-35E6-5F9B-C17F211C9A01}"/>
              </a:ext>
            </a:extLst>
          </p:cNvPr>
          <p:cNvCxnSpPr>
            <a:cxnSpLocks/>
          </p:cNvCxnSpPr>
          <p:nvPr/>
        </p:nvCxnSpPr>
        <p:spPr>
          <a:xfrm flipH="1">
            <a:off x="444674" y="2243469"/>
            <a:ext cx="1035409" cy="0"/>
          </a:xfrm>
          <a:prstGeom prst="line">
            <a:avLst/>
          </a:prstGeom>
          <a:ln w="19050">
            <a:gradFill>
              <a:gsLst>
                <a:gs pos="0">
                  <a:srgbClr val="00206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50EA713-9FC7-550B-617A-EA0B535B07B4}"/>
              </a:ext>
            </a:extLst>
          </p:cNvPr>
          <p:cNvSpPr/>
          <p:nvPr/>
        </p:nvSpPr>
        <p:spPr>
          <a:xfrm flipV="1">
            <a:off x="126124" y="6347727"/>
            <a:ext cx="11865908" cy="437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26138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7D8">
            <a:alpha val="1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ECD85-341D-D54E-F0A4-5450B3346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9">
            <a:extLst>
              <a:ext uri="{FF2B5EF4-FFF2-40B4-BE49-F238E27FC236}">
                <a16:creationId xmlns:a16="http://schemas.microsoft.com/office/drawing/2014/main" id="{5E597F4F-DE47-C32F-7504-07FC6D0AFF72}"/>
              </a:ext>
            </a:extLst>
          </p:cNvPr>
          <p:cNvSpPr/>
          <p:nvPr/>
        </p:nvSpPr>
        <p:spPr>
          <a:xfrm flipV="1">
            <a:off x="5166360" y="1502752"/>
            <a:ext cx="6825672" cy="4702552"/>
          </a:xfrm>
          <a:custGeom>
            <a:avLst/>
            <a:gdLst>
              <a:gd name="connsiteX0" fmla="*/ 0 w 6513534"/>
              <a:gd name="connsiteY0" fmla="*/ 736963 h 4421690"/>
              <a:gd name="connsiteX1" fmla="*/ 736963 w 6513534"/>
              <a:gd name="connsiteY1" fmla="*/ 0 h 4421690"/>
              <a:gd name="connsiteX2" fmla="*/ 5776571 w 6513534"/>
              <a:gd name="connsiteY2" fmla="*/ 0 h 4421690"/>
              <a:gd name="connsiteX3" fmla="*/ 6513534 w 6513534"/>
              <a:gd name="connsiteY3" fmla="*/ 736963 h 4421690"/>
              <a:gd name="connsiteX4" fmla="*/ 6513534 w 6513534"/>
              <a:gd name="connsiteY4" fmla="*/ 3684727 h 4421690"/>
              <a:gd name="connsiteX5" fmla="*/ 5776571 w 6513534"/>
              <a:gd name="connsiteY5" fmla="*/ 4421690 h 4421690"/>
              <a:gd name="connsiteX6" fmla="*/ 736963 w 6513534"/>
              <a:gd name="connsiteY6" fmla="*/ 4421690 h 4421690"/>
              <a:gd name="connsiteX7" fmla="*/ 0 w 6513534"/>
              <a:gd name="connsiteY7" fmla="*/ 3684727 h 4421690"/>
              <a:gd name="connsiteX8" fmla="*/ 0 w 6513534"/>
              <a:gd name="connsiteY8" fmla="*/ 736963 h 4421690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577657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07271 w 6513534"/>
              <a:gd name="connsiteY3" fmla="*/ 473917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26060"/>
              <a:gd name="connsiteY0" fmla="*/ 467654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67654 h 4434216"/>
              <a:gd name="connsiteX0" fmla="*/ 0 w 6526060"/>
              <a:gd name="connsiteY0" fmla="*/ 436338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36338 h 4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6060" h="4434216">
                <a:moveTo>
                  <a:pt x="0" y="436338"/>
                </a:moveTo>
                <a:cubicBezTo>
                  <a:pt x="0" y="29325"/>
                  <a:pt x="342476" y="0"/>
                  <a:pt x="749489" y="0"/>
                </a:cubicBezTo>
                <a:lnTo>
                  <a:pt x="5789097" y="0"/>
                </a:lnTo>
                <a:cubicBezTo>
                  <a:pt x="6196110" y="0"/>
                  <a:pt x="6519797" y="66904"/>
                  <a:pt x="6519797" y="473917"/>
                </a:cubicBezTo>
                <a:cubicBezTo>
                  <a:pt x="6521885" y="1544187"/>
                  <a:pt x="6523972" y="2614457"/>
                  <a:pt x="6526060" y="3684727"/>
                </a:cubicBezTo>
                <a:cubicBezTo>
                  <a:pt x="6526060" y="4091740"/>
                  <a:pt x="6528050" y="4421690"/>
                  <a:pt x="6121037" y="4421690"/>
                </a:cubicBezTo>
                <a:lnTo>
                  <a:pt x="511494" y="4434216"/>
                </a:lnTo>
                <a:cubicBezTo>
                  <a:pt x="104481" y="4434216"/>
                  <a:pt x="12526" y="4091740"/>
                  <a:pt x="12526" y="3684727"/>
                </a:cubicBezTo>
                <a:cubicBezTo>
                  <a:pt x="8351" y="2612369"/>
                  <a:pt x="4175" y="1508696"/>
                  <a:pt x="0" y="4363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Rectangle: Rounded Corners 9">
            <a:extLst>
              <a:ext uri="{FF2B5EF4-FFF2-40B4-BE49-F238E27FC236}">
                <a16:creationId xmlns:a16="http://schemas.microsoft.com/office/drawing/2014/main" id="{016B8581-92BB-0B3C-8E4D-6935C5321B37}"/>
              </a:ext>
            </a:extLst>
          </p:cNvPr>
          <p:cNvSpPr/>
          <p:nvPr/>
        </p:nvSpPr>
        <p:spPr>
          <a:xfrm flipV="1">
            <a:off x="182880" y="1502752"/>
            <a:ext cx="4693920" cy="4702552"/>
          </a:xfrm>
          <a:custGeom>
            <a:avLst/>
            <a:gdLst>
              <a:gd name="connsiteX0" fmla="*/ 0 w 6513534"/>
              <a:gd name="connsiteY0" fmla="*/ 736963 h 4421690"/>
              <a:gd name="connsiteX1" fmla="*/ 736963 w 6513534"/>
              <a:gd name="connsiteY1" fmla="*/ 0 h 4421690"/>
              <a:gd name="connsiteX2" fmla="*/ 5776571 w 6513534"/>
              <a:gd name="connsiteY2" fmla="*/ 0 h 4421690"/>
              <a:gd name="connsiteX3" fmla="*/ 6513534 w 6513534"/>
              <a:gd name="connsiteY3" fmla="*/ 736963 h 4421690"/>
              <a:gd name="connsiteX4" fmla="*/ 6513534 w 6513534"/>
              <a:gd name="connsiteY4" fmla="*/ 3684727 h 4421690"/>
              <a:gd name="connsiteX5" fmla="*/ 5776571 w 6513534"/>
              <a:gd name="connsiteY5" fmla="*/ 4421690 h 4421690"/>
              <a:gd name="connsiteX6" fmla="*/ 736963 w 6513534"/>
              <a:gd name="connsiteY6" fmla="*/ 4421690 h 4421690"/>
              <a:gd name="connsiteX7" fmla="*/ 0 w 6513534"/>
              <a:gd name="connsiteY7" fmla="*/ 3684727 h 4421690"/>
              <a:gd name="connsiteX8" fmla="*/ 0 w 6513534"/>
              <a:gd name="connsiteY8" fmla="*/ 736963 h 4421690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577657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07271 w 6513534"/>
              <a:gd name="connsiteY3" fmla="*/ 473917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26060"/>
              <a:gd name="connsiteY0" fmla="*/ 467654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67654 h 4434216"/>
              <a:gd name="connsiteX0" fmla="*/ 0 w 6526060"/>
              <a:gd name="connsiteY0" fmla="*/ 436338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36338 h 4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6060" h="4434216">
                <a:moveTo>
                  <a:pt x="0" y="436338"/>
                </a:moveTo>
                <a:cubicBezTo>
                  <a:pt x="0" y="29325"/>
                  <a:pt x="342476" y="0"/>
                  <a:pt x="749489" y="0"/>
                </a:cubicBezTo>
                <a:lnTo>
                  <a:pt x="5789097" y="0"/>
                </a:lnTo>
                <a:cubicBezTo>
                  <a:pt x="6196110" y="0"/>
                  <a:pt x="6519797" y="66904"/>
                  <a:pt x="6519797" y="473917"/>
                </a:cubicBezTo>
                <a:cubicBezTo>
                  <a:pt x="6521885" y="1544187"/>
                  <a:pt x="6523972" y="2614457"/>
                  <a:pt x="6526060" y="3684727"/>
                </a:cubicBezTo>
                <a:cubicBezTo>
                  <a:pt x="6526060" y="4091740"/>
                  <a:pt x="6528050" y="4421690"/>
                  <a:pt x="6121037" y="4421690"/>
                </a:cubicBezTo>
                <a:lnTo>
                  <a:pt x="511494" y="4434216"/>
                </a:lnTo>
                <a:cubicBezTo>
                  <a:pt x="104481" y="4434216"/>
                  <a:pt x="12526" y="4091740"/>
                  <a:pt x="12526" y="3684727"/>
                </a:cubicBezTo>
                <a:cubicBezTo>
                  <a:pt x="8351" y="2612369"/>
                  <a:pt x="4175" y="1508696"/>
                  <a:pt x="0" y="4363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7F7393-978A-21E8-1AC6-64B8E8990097}"/>
              </a:ext>
            </a:extLst>
          </p:cNvPr>
          <p:cNvSpPr/>
          <p:nvPr/>
        </p:nvSpPr>
        <p:spPr>
          <a:xfrm flipV="1">
            <a:off x="750438" y="510273"/>
            <a:ext cx="11323649" cy="79458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DF32DC3-A8A5-DA6A-DEBE-EF1D1FF34FAA}"/>
              </a:ext>
            </a:extLst>
          </p:cNvPr>
          <p:cNvSpPr/>
          <p:nvPr/>
        </p:nvSpPr>
        <p:spPr>
          <a:xfrm flipV="1">
            <a:off x="126124" y="6347726"/>
            <a:ext cx="11865908" cy="437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6689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7D8">
            <a:alpha val="1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0D51D-F8B7-6264-933B-80D0F840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9">
            <a:extLst>
              <a:ext uri="{FF2B5EF4-FFF2-40B4-BE49-F238E27FC236}">
                <a16:creationId xmlns:a16="http://schemas.microsoft.com/office/drawing/2014/main" id="{1E48F559-8D20-DDFF-D8A9-EF84C8985A47}"/>
              </a:ext>
            </a:extLst>
          </p:cNvPr>
          <p:cNvSpPr/>
          <p:nvPr/>
        </p:nvSpPr>
        <p:spPr>
          <a:xfrm flipV="1">
            <a:off x="5821680" y="1361617"/>
            <a:ext cx="6057900" cy="4986103"/>
          </a:xfrm>
          <a:custGeom>
            <a:avLst/>
            <a:gdLst>
              <a:gd name="connsiteX0" fmla="*/ 0 w 6513534"/>
              <a:gd name="connsiteY0" fmla="*/ 736963 h 4421690"/>
              <a:gd name="connsiteX1" fmla="*/ 736963 w 6513534"/>
              <a:gd name="connsiteY1" fmla="*/ 0 h 4421690"/>
              <a:gd name="connsiteX2" fmla="*/ 5776571 w 6513534"/>
              <a:gd name="connsiteY2" fmla="*/ 0 h 4421690"/>
              <a:gd name="connsiteX3" fmla="*/ 6513534 w 6513534"/>
              <a:gd name="connsiteY3" fmla="*/ 736963 h 4421690"/>
              <a:gd name="connsiteX4" fmla="*/ 6513534 w 6513534"/>
              <a:gd name="connsiteY4" fmla="*/ 3684727 h 4421690"/>
              <a:gd name="connsiteX5" fmla="*/ 5776571 w 6513534"/>
              <a:gd name="connsiteY5" fmla="*/ 4421690 h 4421690"/>
              <a:gd name="connsiteX6" fmla="*/ 736963 w 6513534"/>
              <a:gd name="connsiteY6" fmla="*/ 4421690 h 4421690"/>
              <a:gd name="connsiteX7" fmla="*/ 0 w 6513534"/>
              <a:gd name="connsiteY7" fmla="*/ 3684727 h 4421690"/>
              <a:gd name="connsiteX8" fmla="*/ 0 w 6513534"/>
              <a:gd name="connsiteY8" fmla="*/ 736963 h 4421690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577657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07271 w 6513534"/>
              <a:gd name="connsiteY3" fmla="*/ 473917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26060"/>
              <a:gd name="connsiteY0" fmla="*/ 467654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67654 h 4434216"/>
              <a:gd name="connsiteX0" fmla="*/ 0 w 6526060"/>
              <a:gd name="connsiteY0" fmla="*/ 436338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36338 h 4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6060" h="4434216">
                <a:moveTo>
                  <a:pt x="0" y="436338"/>
                </a:moveTo>
                <a:cubicBezTo>
                  <a:pt x="0" y="29325"/>
                  <a:pt x="342476" y="0"/>
                  <a:pt x="749489" y="0"/>
                </a:cubicBezTo>
                <a:lnTo>
                  <a:pt x="5789097" y="0"/>
                </a:lnTo>
                <a:cubicBezTo>
                  <a:pt x="6196110" y="0"/>
                  <a:pt x="6519797" y="66904"/>
                  <a:pt x="6519797" y="473917"/>
                </a:cubicBezTo>
                <a:cubicBezTo>
                  <a:pt x="6521885" y="1544187"/>
                  <a:pt x="6523972" y="2614457"/>
                  <a:pt x="6526060" y="3684727"/>
                </a:cubicBezTo>
                <a:cubicBezTo>
                  <a:pt x="6526060" y="4091740"/>
                  <a:pt x="6528050" y="4421690"/>
                  <a:pt x="6121037" y="4421690"/>
                </a:cubicBezTo>
                <a:lnTo>
                  <a:pt x="511494" y="4434216"/>
                </a:lnTo>
                <a:cubicBezTo>
                  <a:pt x="104481" y="4434216"/>
                  <a:pt x="12526" y="4091740"/>
                  <a:pt x="12526" y="3684727"/>
                </a:cubicBezTo>
                <a:cubicBezTo>
                  <a:pt x="8351" y="2612369"/>
                  <a:pt x="4175" y="1508696"/>
                  <a:pt x="0" y="4363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Rectangle: Rounded Corners 9">
            <a:extLst>
              <a:ext uri="{FF2B5EF4-FFF2-40B4-BE49-F238E27FC236}">
                <a16:creationId xmlns:a16="http://schemas.microsoft.com/office/drawing/2014/main" id="{96BC70BE-27F9-597C-97BA-5016461B790C}"/>
              </a:ext>
            </a:extLst>
          </p:cNvPr>
          <p:cNvSpPr/>
          <p:nvPr/>
        </p:nvSpPr>
        <p:spPr>
          <a:xfrm flipV="1">
            <a:off x="270904" y="1361621"/>
            <a:ext cx="5238356" cy="4986099"/>
          </a:xfrm>
          <a:custGeom>
            <a:avLst/>
            <a:gdLst>
              <a:gd name="connsiteX0" fmla="*/ 0 w 6513534"/>
              <a:gd name="connsiteY0" fmla="*/ 736963 h 4421690"/>
              <a:gd name="connsiteX1" fmla="*/ 736963 w 6513534"/>
              <a:gd name="connsiteY1" fmla="*/ 0 h 4421690"/>
              <a:gd name="connsiteX2" fmla="*/ 5776571 w 6513534"/>
              <a:gd name="connsiteY2" fmla="*/ 0 h 4421690"/>
              <a:gd name="connsiteX3" fmla="*/ 6513534 w 6513534"/>
              <a:gd name="connsiteY3" fmla="*/ 736963 h 4421690"/>
              <a:gd name="connsiteX4" fmla="*/ 6513534 w 6513534"/>
              <a:gd name="connsiteY4" fmla="*/ 3684727 h 4421690"/>
              <a:gd name="connsiteX5" fmla="*/ 5776571 w 6513534"/>
              <a:gd name="connsiteY5" fmla="*/ 4421690 h 4421690"/>
              <a:gd name="connsiteX6" fmla="*/ 736963 w 6513534"/>
              <a:gd name="connsiteY6" fmla="*/ 4421690 h 4421690"/>
              <a:gd name="connsiteX7" fmla="*/ 0 w 6513534"/>
              <a:gd name="connsiteY7" fmla="*/ 3684727 h 4421690"/>
              <a:gd name="connsiteX8" fmla="*/ 0 w 6513534"/>
              <a:gd name="connsiteY8" fmla="*/ 736963 h 4421690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577657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07271 w 6513534"/>
              <a:gd name="connsiteY3" fmla="*/ 473917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26060"/>
              <a:gd name="connsiteY0" fmla="*/ 467654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67654 h 4434216"/>
              <a:gd name="connsiteX0" fmla="*/ 0 w 6526060"/>
              <a:gd name="connsiteY0" fmla="*/ 436338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36338 h 4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6060" h="4434216">
                <a:moveTo>
                  <a:pt x="0" y="436338"/>
                </a:moveTo>
                <a:cubicBezTo>
                  <a:pt x="0" y="29325"/>
                  <a:pt x="342476" y="0"/>
                  <a:pt x="749489" y="0"/>
                </a:cubicBezTo>
                <a:lnTo>
                  <a:pt x="5789097" y="0"/>
                </a:lnTo>
                <a:cubicBezTo>
                  <a:pt x="6196110" y="0"/>
                  <a:pt x="6519797" y="66904"/>
                  <a:pt x="6519797" y="473917"/>
                </a:cubicBezTo>
                <a:cubicBezTo>
                  <a:pt x="6521885" y="1544187"/>
                  <a:pt x="6523972" y="2614457"/>
                  <a:pt x="6526060" y="3684727"/>
                </a:cubicBezTo>
                <a:cubicBezTo>
                  <a:pt x="6526060" y="4091740"/>
                  <a:pt x="6528050" y="4421690"/>
                  <a:pt x="6121037" y="4421690"/>
                </a:cubicBezTo>
                <a:lnTo>
                  <a:pt x="511494" y="4434216"/>
                </a:lnTo>
                <a:cubicBezTo>
                  <a:pt x="104481" y="4434216"/>
                  <a:pt x="12526" y="4091740"/>
                  <a:pt x="12526" y="3684727"/>
                </a:cubicBezTo>
                <a:cubicBezTo>
                  <a:pt x="8351" y="2612369"/>
                  <a:pt x="4175" y="1508696"/>
                  <a:pt x="0" y="4363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EFCB12-7185-E68D-2795-60CF9289C49E}"/>
              </a:ext>
            </a:extLst>
          </p:cNvPr>
          <p:cNvSpPr/>
          <p:nvPr/>
        </p:nvSpPr>
        <p:spPr>
          <a:xfrm flipV="1">
            <a:off x="937259" y="548640"/>
            <a:ext cx="10995661" cy="6705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B7C06EE-017C-8DB9-D2EF-EA56B5FB1D7B}"/>
              </a:ext>
            </a:extLst>
          </p:cNvPr>
          <p:cNvSpPr/>
          <p:nvPr/>
        </p:nvSpPr>
        <p:spPr>
          <a:xfrm flipV="1">
            <a:off x="126124" y="6431279"/>
            <a:ext cx="11865908" cy="35375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34461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7D8">
            <a:alpha val="1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DFF4D-6A35-3A61-71E2-9172F00FA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9">
            <a:extLst>
              <a:ext uri="{FF2B5EF4-FFF2-40B4-BE49-F238E27FC236}">
                <a16:creationId xmlns:a16="http://schemas.microsoft.com/office/drawing/2014/main" id="{7881E943-B1F5-5804-7307-C5585A6C9C41}"/>
              </a:ext>
            </a:extLst>
          </p:cNvPr>
          <p:cNvSpPr/>
          <p:nvPr/>
        </p:nvSpPr>
        <p:spPr>
          <a:xfrm flipV="1">
            <a:off x="6146800" y="1466849"/>
            <a:ext cx="5774296" cy="4880870"/>
          </a:xfrm>
          <a:custGeom>
            <a:avLst/>
            <a:gdLst>
              <a:gd name="connsiteX0" fmla="*/ 0 w 6513534"/>
              <a:gd name="connsiteY0" fmla="*/ 736963 h 4421690"/>
              <a:gd name="connsiteX1" fmla="*/ 736963 w 6513534"/>
              <a:gd name="connsiteY1" fmla="*/ 0 h 4421690"/>
              <a:gd name="connsiteX2" fmla="*/ 5776571 w 6513534"/>
              <a:gd name="connsiteY2" fmla="*/ 0 h 4421690"/>
              <a:gd name="connsiteX3" fmla="*/ 6513534 w 6513534"/>
              <a:gd name="connsiteY3" fmla="*/ 736963 h 4421690"/>
              <a:gd name="connsiteX4" fmla="*/ 6513534 w 6513534"/>
              <a:gd name="connsiteY4" fmla="*/ 3684727 h 4421690"/>
              <a:gd name="connsiteX5" fmla="*/ 5776571 w 6513534"/>
              <a:gd name="connsiteY5" fmla="*/ 4421690 h 4421690"/>
              <a:gd name="connsiteX6" fmla="*/ 736963 w 6513534"/>
              <a:gd name="connsiteY6" fmla="*/ 4421690 h 4421690"/>
              <a:gd name="connsiteX7" fmla="*/ 0 w 6513534"/>
              <a:gd name="connsiteY7" fmla="*/ 3684727 h 4421690"/>
              <a:gd name="connsiteX8" fmla="*/ 0 w 6513534"/>
              <a:gd name="connsiteY8" fmla="*/ 736963 h 4421690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577657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07271 w 6513534"/>
              <a:gd name="connsiteY3" fmla="*/ 473917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26060"/>
              <a:gd name="connsiteY0" fmla="*/ 467654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67654 h 4434216"/>
              <a:gd name="connsiteX0" fmla="*/ 0 w 6526060"/>
              <a:gd name="connsiteY0" fmla="*/ 436338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36338 h 4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6060" h="4434216">
                <a:moveTo>
                  <a:pt x="0" y="436338"/>
                </a:moveTo>
                <a:cubicBezTo>
                  <a:pt x="0" y="29325"/>
                  <a:pt x="342476" y="0"/>
                  <a:pt x="749489" y="0"/>
                </a:cubicBezTo>
                <a:lnTo>
                  <a:pt x="5789097" y="0"/>
                </a:lnTo>
                <a:cubicBezTo>
                  <a:pt x="6196110" y="0"/>
                  <a:pt x="6519797" y="66904"/>
                  <a:pt x="6519797" y="473917"/>
                </a:cubicBezTo>
                <a:cubicBezTo>
                  <a:pt x="6521885" y="1544187"/>
                  <a:pt x="6523972" y="2614457"/>
                  <a:pt x="6526060" y="3684727"/>
                </a:cubicBezTo>
                <a:cubicBezTo>
                  <a:pt x="6526060" y="4091740"/>
                  <a:pt x="6528050" y="4421690"/>
                  <a:pt x="6121037" y="4421690"/>
                </a:cubicBezTo>
                <a:lnTo>
                  <a:pt x="511494" y="4434216"/>
                </a:lnTo>
                <a:cubicBezTo>
                  <a:pt x="104481" y="4434216"/>
                  <a:pt x="12526" y="4091740"/>
                  <a:pt x="12526" y="3684727"/>
                </a:cubicBezTo>
                <a:cubicBezTo>
                  <a:pt x="8351" y="2612369"/>
                  <a:pt x="4175" y="1508696"/>
                  <a:pt x="0" y="4363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Rectangle: Rounded Corners 9">
            <a:extLst>
              <a:ext uri="{FF2B5EF4-FFF2-40B4-BE49-F238E27FC236}">
                <a16:creationId xmlns:a16="http://schemas.microsoft.com/office/drawing/2014/main" id="{F61468FF-623C-2F61-3D28-33A2E3CB97B2}"/>
              </a:ext>
            </a:extLst>
          </p:cNvPr>
          <p:cNvSpPr/>
          <p:nvPr/>
        </p:nvSpPr>
        <p:spPr>
          <a:xfrm flipV="1">
            <a:off x="270904" y="1466847"/>
            <a:ext cx="5608456" cy="4880872"/>
          </a:xfrm>
          <a:custGeom>
            <a:avLst/>
            <a:gdLst>
              <a:gd name="connsiteX0" fmla="*/ 0 w 6513534"/>
              <a:gd name="connsiteY0" fmla="*/ 736963 h 4421690"/>
              <a:gd name="connsiteX1" fmla="*/ 736963 w 6513534"/>
              <a:gd name="connsiteY1" fmla="*/ 0 h 4421690"/>
              <a:gd name="connsiteX2" fmla="*/ 5776571 w 6513534"/>
              <a:gd name="connsiteY2" fmla="*/ 0 h 4421690"/>
              <a:gd name="connsiteX3" fmla="*/ 6513534 w 6513534"/>
              <a:gd name="connsiteY3" fmla="*/ 736963 h 4421690"/>
              <a:gd name="connsiteX4" fmla="*/ 6513534 w 6513534"/>
              <a:gd name="connsiteY4" fmla="*/ 3684727 h 4421690"/>
              <a:gd name="connsiteX5" fmla="*/ 5776571 w 6513534"/>
              <a:gd name="connsiteY5" fmla="*/ 4421690 h 4421690"/>
              <a:gd name="connsiteX6" fmla="*/ 736963 w 6513534"/>
              <a:gd name="connsiteY6" fmla="*/ 4421690 h 4421690"/>
              <a:gd name="connsiteX7" fmla="*/ 0 w 6513534"/>
              <a:gd name="connsiteY7" fmla="*/ 3684727 h 4421690"/>
              <a:gd name="connsiteX8" fmla="*/ 0 w 6513534"/>
              <a:gd name="connsiteY8" fmla="*/ 736963 h 4421690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577657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13534 w 6513534"/>
              <a:gd name="connsiteY3" fmla="*/ 736963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13534"/>
              <a:gd name="connsiteY0" fmla="*/ 736963 h 4434216"/>
              <a:gd name="connsiteX1" fmla="*/ 736963 w 6513534"/>
              <a:gd name="connsiteY1" fmla="*/ 0 h 4434216"/>
              <a:gd name="connsiteX2" fmla="*/ 5776571 w 6513534"/>
              <a:gd name="connsiteY2" fmla="*/ 0 h 4434216"/>
              <a:gd name="connsiteX3" fmla="*/ 6507271 w 6513534"/>
              <a:gd name="connsiteY3" fmla="*/ 473917 h 4434216"/>
              <a:gd name="connsiteX4" fmla="*/ 6513534 w 6513534"/>
              <a:gd name="connsiteY4" fmla="*/ 3684727 h 4434216"/>
              <a:gd name="connsiteX5" fmla="*/ 6108511 w 6513534"/>
              <a:gd name="connsiteY5" fmla="*/ 4421690 h 4434216"/>
              <a:gd name="connsiteX6" fmla="*/ 498968 w 6513534"/>
              <a:gd name="connsiteY6" fmla="*/ 4434216 h 4434216"/>
              <a:gd name="connsiteX7" fmla="*/ 0 w 6513534"/>
              <a:gd name="connsiteY7" fmla="*/ 3684727 h 4434216"/>
              <a:gd name="connsiteX8" fmla="*/ 0 w 6513534"/>
              <a:gd name="connsiteY8" fmla="*/ 736963 h 4434216"/>
              <a:gd name="connsiteX0" fmla="*/ 0 w 6526060"/>
              <a:gd name="connsiteY0" fmla="*/ 467654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67654 h 4434216"/>
              <a:gd name="connsiteX0" fmla="*/ 0 w 6526060"/>
              <a:gd name="connsiteY0" fmla="*/ 436338 h 4434216"/>
              <a:gd name="connsiteX1" fmla="*/ 749489 w 6526060"/>
              <a:gd name="connsiteY1" fmla="*/ 0 h 4434216"/>
              <a:gd name="connsiteX2" fmla="*/ 5789097 w 6526060"/>
              <a:gd name="connsiteY2" fmla="*/ 0 h 4434216"/>
              <a:gd name="connsiteX3" fmla="*/ 6519797 w 6526060"/>
              <a:gd name="connsiteY3" fmla="*/ 473917 h 4434216"/>
              <a:gd name="connsiteX4" fmla="*/ 6526060 w 6526060"/>
              <a:gd name="connsiteY4" fmla="*/ 3684727 h 4434216"/>
              <a:gd name="connsiteX5" fmla="*/ 6121037 w 6526060"/>
              <a:gd name="connsiteY5" fmla="*/ 4421690 h 4434216"/>
              <a:gd name="connsiteX6" fmla="*/ 511494 w 6526060"/>
              <a:gd name="connsiteY6" fmla="*/ 4434216 h 4434216"/>
              <a:gd name="connsiteX7" fmla="*/ 12526 w 6526060"/>
              <a:gd name="connsiteY7" fmla="*/ 3684727 h 4434216"/>
              <a:gd name="connsiteX8" fmla="*/ 0 w 6526060"/>
              <a:gd name="connsiteY8" fmla="*/ 436338 h 4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26060" h="4434216">
                <a:moveTo>
                  <a:pt x="0" y="436338"/>
                </a:moveTo>
                <a:cubicBezTo>
                  <a:pt x="0" y="29325"/>
                  <a:pt x="342476" y="0"/>
                  <a:pt x="749489" y="0"/>
                </a:cubicBezTo>
                <a:lnTo>
                  <a:pt x="5789097" y="0"/>
                </a:lnTo>
                <a:cubicBezTo>
                  <a:pt x="6196110" y="0"/>
                  <a:pt x="6519797" y="66904"/>
                  <a:pt x="6519797" y="473917"/>
                </a:cubicBezTo>
                <a:cubicBezTo>
                  <a:pt x="6521885" y="1544187"/>
                  <a:pt x="6523972" y="2614457"/>
                  <a:pt x="6526060" y="3684727"/>
                </a:cubicBezTo>
                <a:cubicBezTo>
                  <a:pt x="6526060" y="4091740"/>
                  <a:pt x="6528050" y="4421690"/>
                  <a:pt x="6121037" y="4421690"/>
                </a:cubicBezTo>
                <a:lnTo>
                  <a:pt x="511494" y="4434216"/>
                </a:lnTo>
                <a:cubicBezTo>
                  <a:pt x="104481" y="4434216"/>
                  <a:pt x="12526" y="4091740"/>
                  <a:pt x="12526" y="3684727"/>
                </a:cubicBezTo>
                <a:cubicBezTo>
                  <a:pt x="8351" y="2612369"/>
                  <a:pt x="4175" y="1508696"/>
                  <a:pt x="0" y="4363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A02AC3-F332-E8D1-8C8D-3647343BEAC5}"/>
              </a:ext>
            </a:extLst>
          </p:cNvPr>
          <p:cNvSpPr/>
          <p:nvPr/>
        </p:nvSpPr>
        <p:spPr>
          <a:xfrm flipV="1">
            <a:off x="882651" y="564057"/>
            <a:ext cx="11168380" cy="72459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80E6818-937E-29C6-1BCE-5A2290B68E28}"/>
              </a:ext>
            </a:extLst>
          </p:cNvPr>
          <p:cNvSpPr/>
          <p:nvPr/>
        </p:nvSpPr>
        <p:spPr>
          <a:xfrm flipV="1">
            <a:off x="126124" y="6431279"/>
            <a:ext cx="11865908" cy="35375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5670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7D8">
            <a:alpha val="1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C3728-6705-680A-9FB9-1D0586271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EEFAC3-0642-9B7A-7EFC-69B9521F4FBF}"/>
              </a:ext>
            </a:extLst>
          </p:cNvPr>
          <p:cNvSpPr/>
          <p:nvPr/>
        </p:nvSpPr>
        <p:spPr>
          <a:xfrm flipV="1">
            <a:off x="2226905" y="725535"/>
            <a:ext cx="7738189" cy="69668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A61791-DDAA-ABBB-402B-7508782933E5}"/>
              </a:ext>
            </a:extLst>
          </p:cNvPr>
          <p:cNvSpPr/>
          <p:nvPr/>
        </p:nvSpPr>
        <p:spPr>
          <a:xfrm flipV="1">
            <a:off x="1175659" y="1654628"/>
            <a:ext cx="9610530" cy="4987908"/>
          </a:xfrm>
          <a:custGeom>
            <a:avLst/>
            <a:gdLst>
              <a:gd name="connsiteX0" fmla="*/ 0 w 9209315"/>
              <a:gd name="connsiteY0" fmla="*/ 894552 h 5367205"/>
              <a:gd name="connsiteX1" fmla="*/ 894552 w 9209315"/>
              <a:gd name="connsiteY1" fmla="*/ 0 h 5367205"/>
              <a:gd name="connsiteX2" fmla="*/ 8314763 w 9209315"/>
              <a:gd name="connsiteY2" fmla="*/ 0 h 5367205"/>
              <a:gd name="connsiteX3" fmla="*/ 9209315 w 9209315"/>
              <a:gd name="connsiteY3" fmla="*/ 894552 h 5367205"/>
              <a:gd name="connsiteX4" fmla="*/ 9209315 w 9209315"/>
              <a:gd name="connsiteY4" fmla="*/ 4472653 h 5367205"/>
              <a:gd name="connsiteX5" fmla="*/ 8314763 w 9209315"/>
              <a:gd name="connsiteY5" fmla="*/ 5367205 h 5367205"/>
              <a:gd name="connsiteX6" fmla="*/ 894552 w 9209315"/>
              <a:gd name="connsiteY6" fmla="*/ 5367205 h 5367205"/>
              <a:gd name="connsiteX7" fmla="*/ 0 w 9209315"/>
              <a:gd name="connsiteY7" fmla="*/ 4472653 h 5367205"/>
              <a:gd name="connsiteX8" fmla="*/ 0 w 9209315"/>
              <a:gd name="connsiteY8" fmla="*/ 894552 h 5367205"/>
              <a:gd name="connsiteX0" fmla="*/ 1583 w 9210898"/>
              <a:gd name="connsiteY0" fmla="*/ 899705 h 5372358"/>
              <a:gd name="connsiteX1" fmla="*/ 896135 w 9210898"/>
              <a:gd name="connsiteY1" fmla="*/ 5153 h 5372358"/>
              <a:gd name="connsiteX2" fmla="*/ 8316346 w 9210898"/>
              <a:gd name="connsiteY2" fmla="*/ 5153 h 5372358"/>
              <a:gd name="connsiteX3" fmla="*/ 9210898 w 9210898"/>
              <a:gd name="connsiteY3" fmla="*/ 899705 h 5372358"/>
              <a:gd name="connsiteX4" fmla="*/ 9210898 w 9210898"/>
              <a:gd name="connsiteY4" fmla="*/ 4477806 h 5372358"/>
              <a:gd name="connsiteX5" fmla="*/ 8316346 w 9210898"/>
              <a:gd name="connsiteY5" fmla="*/ 5372358 h 5372358"/>
              <a:gd name="connsiteX6" fmla="*/ 896135 w 9210898"/>
              <a:gd name="connsiteY6" fmla="*/ 5372358 h 5372358"/>
              <a:gd name="connsiteX7" fmla="*/ 1583 w 9210898"/>
              <a:gd name="connsiteY7" fmla="*/ 4477806 h 5372358"/>
              <a:gd name="connsiteX8" fmla="*/ 1583 w 9210898"/>
              <a:gd name="connsiteY8" fmla="*/ 899705 h 5372358"/>
              <a:gd name="connsiteX0" fmla="*/ 31102 w 9240417"/>
              <a:gd name="connsiteY0" fmla="*/ 899705 h 5375295"/>
              <a:gd name="connsiteX1" fmla="*/ 925654 w 9240417"/>
              <a:gd name="connsiteY1" fmla="*/ 5153 h 5375295"/>
              <a:gd name="connsiteX2" fmla="*/ 8345865 w 9240417"/>
              <a:gd name="connsiteY2" fmla="*/ 5153 h 5375295"/>
              <a:gd name="connsiteX3" fmla="*/ 9240417 w 9240417"/>
              <a:gd name="connsiteY3" fmla="*/ 899705 h 5375295"/>
              <a:gd name="connsiteX4" fmla="*/ 9240417 w 9240417"/>
              <a:gd name="connsiteY4" fmla="*/ 4477806 h 5375295"/>
              <a:gd name="connsiteX5" fmla="*/ 8345865 w 9240417"/>
              <a:gd name="connsiteY5" fmla="*/ 5372358 h 5375295"/>
              <a:gd name="connsiteX6" fmla="*/ 925654 w 9240417"/>
              <a:gd name="connsiteY6" fmla="*/ 5372358 h 5375295"/>
              <a:gd name="connsiteX7" fmla="*/ 0 w 9240417"/>
              <a:gd name="connsiteY7" fmla="*/ 4944337 h 5375295"/>
              <a:gd name="connsiteX8" fmla="*/ 31102 w 9240417"/>
              <a:gd name="connsiteY8" fmla="*/ 899705 h 5375295"/>
              <a:gd name="connsiteX0" fmla="*/ 31102 w 9240417"/>
              <a:gd name="connsiteY0" fmla="*/ 899705 h 5375295"/>
              <a:gd name="connsiteX1" fmla="*/ 925654 w 9240417"/>
              <a:gd name="connsiteY1" fmla="*/ 5153 h 5375295"/>
              <a:gd name="connsiteX2" fmla="*/ 8345865 w 9240417"/>
              <a:gd name="connsiteY2" fmla="*/ 5153 h 5375295"/>
              <a:gd name="connsiteX3" fmla="*/ 9240417 w 9240417"/>
              <a:gd name="connsiteY3" fmla="*/ 899705 h 5375295"/>
              <a:gd name="connsiteX4" fmla="*/ 9234197 w 9240417"/>
              <a:gd name="connsiteY4" fmla="*/ 4919455 h 5375295"/>
              <a:gd name="connsiteX5" fmla="*/ 8345865 w 9240417"/>
              <a:gd name="connsiteY5" fmla="*/ 5372358 h 5375295"/>
              <a:gd name="connsiteX6" fmla="*/ 925654 w 9240417"/>
              <a:gd name="connsiteY6" fmla="*/ 5372358 h 5375295"/>
              <a:gd name="connsiteX7" fmla="*/ 0 w 9240417"/>
              <a:gd name="connsiteY7" fmla="*/ 4944337 h 5375295"/>
              <a:gd name="connsiteX8" fmla="*/ 31102 w 9240417"/>
              <a:gd name="connsiteY8" fmla="*/ 899705 h 5375295"/>
              <a:gd name="connsiteX0" fmla="*/ 31102 w 9234795"/>
              <a:gd name="connsiteY0" fmla="*/ 899705 h 5375295"/>
              <a:gd name="connsiteX1" fmla="*/ 925654 w 9234795"/>
              <a:gd name="connsiteY1" fmla="*/ 5153 h 5375295"/>
              <a:gd name="connsiteX2" fmla="*/ 8345865 w 9234795"/>
              <a:gd name="connsiteY2" fmla="*/ 5153 h 5375295"/>
              <a:gd name="connsiteX3" fmla="*/ 9234196 w 9234795"/>
              <a:gd name="connsiteY3" fmla="*/ 451836 h 5375295"/>
              <a:gd name="connsiteX4" fmla="*/ 9234197 w 9234795"/>
              <a:gd name="connsiteY4" fmla="*/ 4919455 h 5375295"/>
              <a:gd name="connsiteX5" fmla="*/ 8345865 w 9234795"/>
              <a:gd name="connsiteY5" fmla="*/ 5372358 h 5375295"/>
              <a:gd name="connsiteX6" fmla="*/ 925654 w 9234795"/>
              <a:gd name="connsiteY6" fmla="*/ 5372358 h 5375295"/>
              <a:gd name="connsiteX7" fmla="*/ 0 w 9234795"/>
              <a:gd name="connsiteY7" fmla="*/ 4944337 h 5375295"/>
              <a:gd name="connsiteX8" fmla="*/ 31102 w 9234795"/>
              <a:gd name="connsiteY8" fmla="*/ 899705 h 5375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34795" h="5375295">
                <a:moveTo>
                  <a:pt x="31102" y="899705"/>
                </a:moveTo>
                <a:cubicBezTo>
                  <a:pt x="0" y="-123077"/>
                  <a:pt x="431607" y="5153"/>
                  <a:pt x="925654" y="5153"/>
                </a:cubicBezTo>
                <a:lnTo>
                  <a:pt x="8345865" y="5153"/>
                </a:lnTo>
                <a:cubicBezTo>
                  <a:pt x="8839912" y="5153"/>
                  <a:pt x="9234196" y="-42211"/>
                  <a:pt x="9234196" y="451836"/>
                </a:cubicBezTo>
                <a:cubicBezTo>
                  <a:pt x="9232123" y="1791753"/>
                  <a:pt x="9236270" y="3579538"/>
                  <a:pt x="9234197" y="4919455"/>
                </a:cubicBezTo>
                <a:cubicBezTo>
                  <a:pt x="9234197" y="5413502"/>
                  <a:pt x="8839912" y="5372358"/>
                  <a:pt x="8345865" y="5372358"/>
                </a:cubicBezTo>
                <a:lnTo>
                  <a:pt x="925654" y="5372358"/>
                </a:lnTo>
                <a:cubicBezTo>
                  <a:pt x="431607" y="5372358"/>
                  <a:pt x="0" y="5438384"/>
                  <a:pt x="0" y="4944337"/>
                </a:cubicBezTo>
                <a:lnTo>
                  <a:pt x="31102" y="899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29916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1827</TotalTime>
  <Words>15</Words>
  <Application>Microsoft Office PowerPoint</Application>
  <PresentationFormat>Widescreen</PresentationFormat>
  <Paragraphs>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Patryk Żywiec</dc:creator>
  <cp:lastModifiedBy>Patryk Żywiec</cp:lastModifiedBy>
  <cp:revision>22</cp:revision>
  <dcterms:created xsi:type="dcterms:W3CDTF">2026-05-07T19:31:10Z</dcterms:created>
  <dcterms:modified xsi:type="dcterms:W3CDTF">2026-10-04T15:54:50Z</dcterms:modified>
</cp:coreProperties>
</file>