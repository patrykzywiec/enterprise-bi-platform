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9F9F9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46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DCA2D9-5362-AA4A-2C26-4AC5008818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9B8D39-2B75-D2D7-A185-669A904B38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65E9B2-5A10-F5DC-2ADC-864DD4AC5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D9407-4860-0D6A-451E-137F7D8F6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841538-B14F-3E48-8E8F-F7625DCA7E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596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7CF88-DA17-74A7-C5ED-FA3E37345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308E4-55D8-0D4A-B2F5-C14FE7A382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B2578-FEF6-2270-8CF5-8BC93F42D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2F910A-A2A6-4CDB-6010-93B2EB993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E09A-B97F-8EA9-FD6A-889AB0754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781479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FB183-CEEC-E7DD-E7CD-3AF2CCC198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952050-AE60-4815-4428-7B9E542B0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6A4CFA-700C-0069-854E-BF00AABC4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A297E9-E725-2BBE-070F-2C92EB3F6D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E2AC-5A70-2125-4077-0ECEE2CC8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91303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AAF17-6A43-66C7-69DB-C5612544F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4A7BC-DADC-F7EF-C8A8-FE92B37821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258528-71AA-6318-020B-A8AA254931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E1C31-009D-8F40-A482-3C935E41AB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ECCB27-8B7D-6790-B61C-32751470D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ED1CF7-0290-9FF2-8A16-AD3571A2E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1693187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6D7D3-FF80-8BEA-C9D8-8F5176D6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5E088D-E9CF-9119-939C-B86D7F461F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88B695B-2CAD-283E-2104-F49D40FE54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24E5BF-61F2-E5E8-B8A0-142E50685E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386B14-9457-E1A4-CF62-7527159F31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806FA53-5AEC-A0F7-D6D9-867B6C651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64EC9F8-D219-1402-5844-E92B3AE74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BE2BFD-1F08-EF32-A905-1A8D8A3D0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181450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22944D-E62A-9A40-5EE4-A2F27A49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6537A9F-615B-1B09-D143-CE4DBF832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35C6F9-E35B-F35B-CECC-9CC8EE645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0D765-1A25-626B-3AF9-41AEBD91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07720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6F01A7-DD26-B391-A8A2-CFB86E7CA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FB49D54-D041-AB7A-0AAF-BB37EB5D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02E0B0-889F-73AF-4B6A-7956F7CC9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1175662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BD404-6C12-15E5-46D0-0A57309D2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CE0A4A-E425-62DA-085E-95E64B7E4B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3F1E85-59E8-576F-CD56-55A15166A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B4504E-E795-A082-E6C9-68FB8BFE2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D7344F-76EB-2F87-FE7F-4E51F4FEB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4C5369-0F84-9DB9-4F99-0B3551578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88071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9C526-4999-28C1-DEFC-95CF032C17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21EFCC-060B-C8BB-4BA6-B3F9CCAF99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CDD800-2628-F6D5-0CF9-8C995F0BAE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CA3B21-B326-42BD-DAFD-51B7657B7C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10CF4-D017-AAF3-8E03-C487B6971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35395-26A4-9438-C41C-9617F6A0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93051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CE92E8-ED24-7D33-FD51-C7E110B7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D69CAB-BA12-D256-3B6B-736C987971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374C0E-5C1F-0D60-A920-FBEC94FFC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D1093-85B7-CD5D-88B4-4DA9CA083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B03226-E203-F668-94D6-4B49BB17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82672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AFD281B-A922-8485-EA93-ABCEEB9CC1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32D6E8-2D97-E864-EECA-212AB23281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E7392-0E3D-163C-918A-661654C86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ECF61-ECAB-AB74-A772-79E73460A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28AB1-0675-F0C7-CC0D-AAC4A2EEA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4062135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CF991A-371C-77FE-07E2-C52F0BBA7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l-P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69D05E-4AAF-FF23-4457-13F5EF6030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l-PL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B8D3B2-C9BE-D5B7-DDE1-323AD1C8E1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932F68-5057-4F43-9B77-28385F57AE30}" type="datetimeFigureOut">
              <a:rPr lang="pl-PL" smtClean="0"/>
              <a:t>7.05.2026</a:t>
            </a:fld>
            <a:endParaRPr lang="pl-PL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FA736-1FCB-16EF-6EBB-9EEA425867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AA011F-F620-2F02-D311-CA9339BCEA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E0E525-73CB-4871-B9CC-41047F4E7300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2032335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C0C19C9-7801-05CD-3B26-BFA0070CC416}"/>
              </a:ext>
            </a:extLst>
          </p:cNvPr>
          <p:cNvSpPr/>
          <p:nvPr/>
        </p:nvSpPr>
        <p:spPr>
          <a:xfrm>
            <a:off x="0" y="0"/>
            <a:ext cx="12192000" cy="776614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9482398-B39A-C1A7-B7AD-EC03DF250BDC}"/>
              </a:ext>
            </a:extLst>
          </p:cNvPr>
          <p:cNvSpPr/>
          <p:nvPr/>
        </p:nvSpPr>
        <p:spPr>
          <a:xfrm>
            <a:off x="-1" y="0"/>
            <a:ext cx="1427967" cy="6858000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/>
          </a:p>
        </p:txBody>
      </p:sp>
      <p:sp>
        <p:nvSpPr>
          <p:cNvPr id="8" name="Rectangle: Single Corner Rounded 7">
            <a:extLst>
              <a:ext uri="{FF2B5EF4-FFF2-40B4-BE49-F238E27FC236}">
                <a16:creationId xmlns:a16="http://schemas.microsoft.com/office/drawing/2014/main" id="{CC8B8E86-574C-EE6A-DE52-F7D77C359A73}"/>
              </a:ext>
            </a:extLst>
          </p:cNvPr>
          <p:cNvSpPr/>
          <p:nvPr/>
        </p:nvSpPr>
        <p:spPr>
          <a:xfrm flipH="1">
            <a:off x="1203960" y="571500"/>
            <a:ext cx="10988040" cy="6286500"/>
          </a:xfrm>
          <a:custGeom>
            <a:avLst/>
            <a:gdLst>
              <a:gd name="connsiteX0" fmla="*/ 0 w 11140440"/>
              <a:gd name="connsiteY0" fmla="*/ 0 h 6149340"/>
              <a:gd name="connsiteX1" fmla="*/ 10115530 w 11140440"/>
              <a:gd name="connsiteY1" fmla="*/ 0 h 6149340"/>
              <a:gd name="connsiteX2" fmla="*/ 11140440 w 11140440"/>
              <a:gd name="connsiteY2" fmla="*/ 1024910 h 6149340"/>
              <a:gd name="connsiteX3" fmla="*/ 11140440 w 11140440"/>
              <a:gd name="connsiteY3" fmla="*/ 6149340 h 6149340"/>
              <a:gd name="connsiteX4" fmla="*/ 0 w 11140440"/>
              <a:gd name="connsiteY4" fmla="*/ 6149340 h 6149340"/>
              <a:gd name="connsiteX5" fmla="*/ 0 w 11140440"/>
              <a:gd name="connsiteY5" fmla="*/ 0 h 6149340"/>
              <a:gd name="connsiteX0" fmla="*/ 0 w 11140440"/>
              <a:gd name="connsiteY0" fmla="*/ 0 h 6149340"/>
              <a:gd name="connsiteX1" fmla="*/ 10115530 w 11140440"/>
              <a:gd name="connsiteY1" fmla="*/ 0 h 6149340"/>
              <a:gd name="connsiteX2" fmla="*/ 11140440 w 11140440"/>
              <a:gd name="connsiteY2" fmla="*/ 590570 h 6149340"/>
              <a:gd name="connsiteX3" fmla="*/ 11140440 w 11140440"/>
              <a:gd name="connsiteY3" fmla="*/ 6149340 h 6149340"/>
              <a:gd name="connsiteX4" fmla="*/ 0 w 11140440"/>
              <a:gd name="connsiteY4" fmla="*/ 6149340 h 6149340"/>
              <a:gd name="connsiteX5" fmla="*/ 0 w 11140440"/>
              <a:gd name="connsiteY5" fmla="*/ 0 h 6149340"/>
              <a:gd name="connsiteX0" fmla="*/ 0 w 11140440"/>
              <a:gd name="connsiteY0" fmla="*/ 0 h 6149340"/>
              <a:gd name="connsiteX1" fmla="*/ 10534630 w 11140440"/>
              <a:gd name="connsiteY1" fmla="*/ 0 h 6149340"/>
              <a:gd name="connsiteX2" fmla="*/ 11140440 w 11140440"/>
              <a:gd name="connsiteY2" fmla="*/ 590570 h 6149340"/>
              <a:gd name="connsiteX3" fmla="*/ 11140440 w 11140440"/>
              <a:gd name="connsiteY3" fmla="*/ 6149340 h 6149340"/>
              <a:gd name="connsiteX4" fmla="*/ 0 w 11140440"/>
              <a:gd name="connsiteY4" fmla="*/ 6149340 h 6149340"/>
              <a:gd name="connsiteX5" fmla="*/ 0 w 11140440"/>
              <a:gd name="connsiteY5" fmla="*/ 0 h 6149340"/>
              <a:gd name="connsiteX0" fmla="*/ 0 w 11140440"/>
              <a:gd name="connsiteY0" fmla="*/ 0 h 6149340"/>
              <a:gd name="connsiteX1" fmla="*/ 10534630 w 11140440"/>
              <a:gd name="connsiteY1" fmla="*/ 0 h 6149340"/>
              <a:gd name="connsiteX2" fmla="*/ 11140440 w 11140440"/>
              <a:gd name="connsiteY2" fmla="*/ 765830 h 6149340"/>
              <a:gd name="connsiteX3" fmla="*/ 11140440 w 11140440"/>
              <a:gd name="connsiteY3" fmla="*/ 6149340 h 6149340"/>
              <a:gd name="connsiteX4" fmla="*/ 0 w 11140440"/>
              <a:gd name="connsiteY4" fmla="*/ 6149340 h 6149340"/>
              <a:gd name="connsiteX5" fmla="*/ 0 w 11140440"/>
              <a:gd name="connsiteY5" fmla="*/ 0 h 6149340"/>
              <a:gd name="connsiteX0" fmla="*/ 0 w 11140542"/>
              <a:gd name="connsiteY0" fmla="*/ 0 h 6149340"/>
              <a:gd name="connsiteX1" fmla="*/ 10595590 w 11140542"/>
              <a:gd name="connsiteY1" fmla="*/ 0 h 6149340"/>
              <a:gd name="connsiteX2" fmla="*/ 11140440 w 11140542"/>
              <a:gd name="connsiteY2" fmla="*/ 765830 h 6149340"/>
              <a:gd name="connsiteX3" fmla="*/ 11140440 w 11140542"/>
              <a:gd name="connsiteY3" fmla="*/ 6149340 h 6149340"/>
              <a:gd name="connsiteX4" fmla="*/ 0 w 11140542"/>
              <a:gd name="connsiteY4" fmla="*/ 6149340 h 6149340"/>
              <a:gd name="connsiteX5" fmla="*/ 0 w 11140542"/>
              <a:gd name="connsiteY5" fmla="*/ 0 h 61493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140542" h="6149340">
                <a:moveTo>
                  <a:pt x="0" y="0"/>
                </a:moveTo>
                <a:lnTo>
                  <a:pt x="10595590" y="0"/>
                </a:lnTo>
                <a:cubicBezTo>
                  <a:pt x="11161632" y="0"/>
                  <a:pt x="11140440" y="199788"/>
                  <a:pt x="11140440" y="765830"/>
                </a:cubicBezTo>
                <a:lnTo>
                  <a:pt x="11140440" y="6149340"/>
                </a:lnTo>
                <a:lnTo>
                  <a:pt x="0" y="614934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l-PL" dirty="0"/>
          </a:p>
        </p:txBody>
      </p:sp>
    </p:spTree>
    <p:extLst>
      <p:ext uri="{BB962C8B-B14F-4D97-AF65-F5344CB8AC3E}">
        <p14:creationId xmlns:p14="http://schemas.microsoft.com/office/powerpoint/2010/main" val="2056000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Patryk Żywiec</dc:creator>
  <cp:lastModifiedBy>Patryk Żywiec</cp:lastModifiedBy>
  <cp:revision>3</cp:revision>
  <dcterms:created xsi:type="dcterms:W3CDTF">2026-05-07T19:31:10Z</dcterms:created>
  <dcterms:modified xsi:type="dcterms:W3CDTF">2026-05-07T19:38:11Z</dcterms:modified>
</cp:coreProperties>
</file>